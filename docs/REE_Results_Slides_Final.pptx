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0.47, RMSE 6.3 kJ/mol) than per-row (0.28), evaluated with molecule-grouped cross-validation so the extractants are new. Confidence is strong: the most confident quarter reach R-squared 0.68 and the top tenth 0.78 (RMSE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0.473 (RMSE 6.31 kJ/mol) for the per-pair free energy.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
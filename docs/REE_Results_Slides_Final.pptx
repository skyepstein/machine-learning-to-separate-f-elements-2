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371600"/>
            <a:ext cx="10972800" cy="512064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 and let the model relate one metal to another.</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